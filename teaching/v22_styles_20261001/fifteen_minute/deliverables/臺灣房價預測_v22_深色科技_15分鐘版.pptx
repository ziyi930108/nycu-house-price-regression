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f9ff877844408" /><Relationship Type="http://schemas.openxmlformats.org/officeDocument/2006/relationships/extended-properties" Target="/docProps/app.xml" Id="Rbe8d367a4917499c" /><Relationship Type="http://schemas.openxmlformats.org/officeDocument/2006/relationships/officeDocument" Target="/ppt/presentation.xml" Id="R0e870856c049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97a669d241ea"/>
  </p:sldMasterIdLst>
  <p:notesMasterIdLst>
    <p:notesMasterId xmlns:r="http://schemas.openxmlformats.org/officeDocument/2006/relationships" r:id="R01d8b04d2fc7423f"/>
  </p:notesMasterIdLst>
  <p:sldIdLst>
    <p:sldId xmlns:r="http://schemas.openxmlformats.org/officeDocument/2006/relationships" id="256" r:id="R21f60fa153ef4afd"/>
    <p:sldId xmlns:r="http://schemas.openxmlformats.org/officeDocument/2006/relationships" id="257" r:id="R29c36a9d01d64ccc"/>
    <p:sldId xmlns:r="http://schemas.openxmlformats.org/officeDocument/2006/relationships" id="258" r:id="R17d8d27ae66440da"/>
    <p:sldId xmlns:r="http://schemas.openxmlformats.org/officeDocument/2006/relationships" id="259" r:id="R3ad9e4716f0b4a4c"/>
    <p:sldId xmlns:r="http://schemas.openxmlformats.org/officeDocument/2006/relationships" id="260" r:id="Rd5b194f3d5eb44b0"/>
    <p:sldId xmlns:r="http://schemas.openxmlformats.org/officeDocument/2006/relationships" id="261" r:id="R9c2024495c944966"/>
    <p:sldId xmlns:r="http://schemas.openxmlformats.org/officeDocument/2006/relationships" id="262" r:id="R0d389558b3c54b21"/>
    <p:sldId xmlns:r="http://schemas.openxmlformats.org/officeDocument/2006/relationships" id="263" r:id="R32a2e2be8b5d4d7f"/>
    <p:sldId xmlns:r="http://schemas.openxmlformats.org/officeDocument/2006/relationships" id="264" r:id="R9c8ae29d59e84bc6"/>
    <p:sldId xmlns:r="http://schemas.openxmlformats.org/officeDocument/2006/relationships" id="265" r:id="Ra820572e50e54273"/>
    <p:sldId xmlns:r="http://schemas.openxmlformats.org/officeDocument/2006/relationships" id="266" r:id="R0818e88ec1804f68"/>
    <p:sldId xmlns:r="http://schemas.openxmlformats.org/officeDocument/2006/relationships" id="267" r:id="Rb51657eefe77432f"/>
    <p:sldId xmlns:r="http://schemas.openxmlformats.org/officeDocument/2006/relationships" id="268" r:id="Re4feb45264d94e66"/>
    <p:sldId xmlns:r="http://schemas.openxmlformats.org/officeDocument/2006/relationships" id="269" r:id="R0bbe7019404b4b99"/>
    <p:sldId xmlns:r="http://schemas.openxmlformats.org/officeDocument/2006/relationships" id="270" r:id="Re31a134dd3024fd5"/>
    <p:sldId xmlns:r="http://schemas.openxmlformats.org/officeDocument/2006/relationships" id="271" r:id="R845914cd54514823"/>
    <p:sldId xmlns:r="http://schemas.openxmlformats.org/officeDocument/2006/relationships" id="272" r:id="R5b53a5548c9a4a94"/>
    <p:sldId xmlns:r="http://schemas.openxmlformats.org/officeDocument/2006/relationships" id="273" r:id="R7f5e8c82172540a0"/>
    <p:sldId xmlns:r="http://schemas.openxmlformats.org/officeDocument/2006/relationships" id="274" r:id="R59a0716fea17459d"/>
    <p:sldId xmlns:r="http://schemas.openxmlformats.org/officeDocument/2006/relationships" id="275" r:id="R7a56151ef419446a"/>
    <p:sldId xmlns:r="http://schemas.openxmlformats.org/officeDocument/2006/relationships" id="276" r:id="Rcbe67a2ffd1b4760"/>
    <p:sldId xmlns:r="http://schemas.openxmlformats.org/officeDocument/2006/relationships" id="277" r:id="R30b894dec5a84826"/>
    <p:sldId xmlns:r="http://schemas.openxmlformats.org/officeDocument/2006/relationships" id="278" r:id="Rbe879a896259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8da914fc2c465f" /><Relationship Type="http://schemas.openxmlformats.org/officeDocument/2006/relationships/slideMaster" Target="/ppt/slideMasters/slideMaster1.xml" Id="Re8bf97a669d241ea" /><Relationship Type="http://schemas.openxmlformats.org/officeDocument/2006/relationships/notesMaster" Target="/ppt/notesMasters/notesMaster1.xml" Id="R01d8b04d2fc7423f" /><Relationship Type="http://schemas.openxmlformats.org/officeDocument/2006/relationships/presProps" Target="/ppt/presProps.xml" Id="Rdf87d5ccc9f849d7" /><Relationship Type="http://schemas.openxmlformats.org/officeDocument/2006/relationships/tableStyles" Target="/ppt/tableStyles.xml" Id="R934b53517ae54e4e" /><Relationship Type="http://schemas.openxmlformats.org/officeDocument/2006/relationships/slide" Target="/ppt/slides/slide1.xml" Id="R21f60fa153ef4afd" /><Relationship Type="http://schemas.openxmlformats.org/officeDocument/2006/relationships/slide" Target="/ppt/slides/slide2.xml" Id="R29c36a9d01d64ccc" /><Relationship Type="http://schemas.openxmlformats.org/officeDocument/2006/relationships/slide" Target="/ppt/slides/slide3.xml" Id="R17d8d27ae66440da" /><Relationship Type="http://schemas.openxmlformats.org/officeDocument/2006/relationships/slide" Target="/ppt/slides/slide4.xml" Id="R3ad9e4716f0b4a4c" /><Relationship Type="http://schemas.openxmlformats.org/officeDocument/2006/relationships/slide" Target="/ppt/slides/slide5.xml" Id="Rd5b194f3d5eb44b0" /><Relationship Type="http://schemas.openxmlformats.org/officeDocument/2006/relationships/slide" Target="/ppt/slides/slide6.xml" Id="R9c2024495c944966" /><Relationship Type="http://schemas.openxmlformats.org/officeDocument/2006/relationships/slide" Target="/ppt/slides/slide7.xml" Id="R0d389558b3c54b21" /><Relationship Type="http://schemas.openxmlformats.org/officeDocument/2006/relationships/slide" Target="/ppt/slides/slide8.xml" Id="R32a2e2be8b5d4d7f" /><Relationship Type="http://schemas.openxmlformats.org/officeDocument/2006/relationships/slide" Target="/ppt/slides/slide9.xml" Id="R9c8ae29d59e84bc6" /><Relationship Type="http://schemas.openxmlformats.org/officeDocument/2006/relationships/slide" Target="/ppt/slides/slide10.xml" Id="Ra820572e50e54273" /><Relationship Type="http://schemas.openxmlformats.org/officeDocument/2006/relationships/slide" Target="/ppt/slides/slide11.xml" Id="R0818e88ec1804f68" /><Relationship Type="http://schemas.openxmlformats.org/officeDocument/2006/relationships/slide" Target="/ppt/slides/slide12.xml" Id="Rb51657eefe77432f" /><Relationship Type="http://schemas.openxmlformats.org/officeDocument/2006/relationships/slide" Target="/ppt/slides/slide13.xml" Id="Re4feb45264d94e66" /><Relationship Type="http://schemas.openxmlformats.org/officeDocument/2006/relationships/slide" Target="/ppt/slides/slide14.xml" Id="R0bbe7019404b4b99" /><Relationship Type="http://schemas.openxmlformats.org/officeDocument/2006/relationships/slide" Target="/ppt/slides/slide15.xml" Id="Re31a134dd3024fd5" /><Relationship Type="http://schemas.openxmlformats.org/officeDocument/2006/relationships/slide" Target="/ppt/slides/slide16.xml" Id="R845914cd54514823" /><Relationship Type="http://schemas.openxmlformats.org/officeDocument/2006/relationships/slide" Target="/ppt/slides/slide17.xml" Id="R5b53a5548c9a4a94" /><Relationship Type="http://schemas.openxmlformats.org/officeDocument/2006/relationships/slide" Target="/ppt/slides/slide18.xml" Id="R7f5e8c82172540a0" /><Relationship Type="http://schemas.openxmlformats.org/officeDocument/2006/relationships/slide" Target="/ppt/slides/slide19.xml" Id="R59a0716fea17459d" /><Relationship Type="http://schemas.openxmlformats.org/officeDocument/2006/relationships/slide" Target="/ppt/slides/slide20.xml" Id="R7a56151ef419446a" /><Relationship Type="http://schemas.openxmlformats.org/officeDocument/2006/relationships/slide" Target="/ppt/slides/slide21.xml" Id="Rcbe67a2ffd1b4760" /><Relationship Type="http://schemas.openxmlformats.org/officeDocument/2006/relationships/slide" Target="/ppt/slides/slide22.xml" Id="R30b894dec5a84826" /><Relationship Type="http://schemas.openxmlformats.org/officeDocument/2006/relationships/slide" Target="/ppt/slides/slide23.xml" Id="Rbe879a896259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7d818e93b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9534a7eb2448c" /><Relationship Type="http://schemas.openxmlformats.org/officeDocument/2006/relationships/notesMaster" Target="/ppt/notesMasters/notesMaster1.xml" Id="R6f1c5a1da3614e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bb898d64a4f2c" /><Relationship Type="http://schemas.openxmlformats.org/officeDocument/2006/relationships/notesMaster" Target="/ppt/notesMasters/notesMaster1.xml" Id="R0c688ba947e3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ae3462ffa54587" /><Relationship Type="http://schemas.openxmlformats.org/officeDocument/2006/relationships/notesMaster" Target="/ppt/notesMasters/notesMaster1.xml" Id="Rd027d9461e6f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73c7b5fcf457c" /><Relationship Type="http://schemas.openxmlformats.org/officeDocument/2006/relationships/notesMaster" Target="/ppt/notesMasters/notesMaster1.xml" Id="R50cc5f3a387f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d89ed17e84c7b" /><Relationship Type="http://schemas.openxmlformats.org/officeDocument/2006/relationships/notesMaster" Target="/ppt/notesMasters/notesMaster1.xml" Id="R14d17e92ca8f47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83ef44013459b" /><Relationship Type="http://schemas.openxmlformats.org/officeDocument/2006/relationships/notesMaster" Target="/ppt/notesMasters/notesMaster1.xml" Id="Rc4e2ef01fac2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bb431f2024348" /><Relationship Type="http://schemas.openxmlformats.org/officeDocument/2006/relationships/notesMaster" Target="/ppt/notesMasters/notesMaster1.xml" Id="Rcba012590c5f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4154c8d6e04938" /><Relationship Type="http://schemas.openxmlformats.org/officeDocument/2006/relationships/notesMaster" Target="/ppt/notesMasters/notesMaster1.xml" Id="Re820e7e4d429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99493889f4331" /><Relationship Type="http://schemas.openxmlformats.org/officeDocument/2006/relationships/notesMaster" Target="/ppt/notesMasters/notesMaster1.xml" Id="R3ef44c2418cc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527a371af24f06" /><Relationship Type="http://schemas.openxmlformats.org/officeDocument/2006/relationships/notesMaster" Target="/ppt/notesMasters/notesMaster1.xml" Id="Rdd49fb6a78f14c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26db46d4c4ded" /><Relationship Type="http://schemas.openxmlformats.org/officeDocument/2006/relationships/notesMaster" Target="/ppt/notesMasters/notesMaster1.xml" Id="R1f4f3abd51e4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76be949f484872" /><Relationship Type="http://schemas.openxmlformats.org/officeDocument/2006/relationships/notesMaster" Target="/ppt/notesMasters/notesMaster1.xml" Id="R36598eac9d8e48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ee245d1d9b46e5" /><Relationship Type="http://schemas.openxmlformats.org/officeDocument/2006/relationships/notesMaster" Target="/ppt/notesMasters/notesMaster1.xml" Id="R715367eefc654f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203a0778bb4140" /><Relationship Type="http://schemas.openxmlformats.org/officeDocument/2006/relationships/notesMaster" Target="/ppt/notesMasters/notesMaster1.xml" Id="Raa5a58d038ac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bfcd4b2c4f4350" /><Relationship Type="http://schemas.openxmlformats.org/officeDocument/2006/relationships/notesMaster" Target="/ppt/notesMasters/notesMaster1.xml" Id="Rdcd4c43871fd4f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7a48c24412482a" /><Relationship Type="http://schemas.openxmlformats.org/officeDocument/2006/relationships/notesMaster" Target="/ppt/notesMasters/notesMaster1.xml" Id="R221873868310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fc2e7156c9475f" /><Relationship Type="http://schemas.openxmlformats.org/officeDocument/2006/relationships/notesMaster" Target="/ppt/notesMasters/notesMaster1.xml" Id="R54f19db0c2fd4b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102fdd1ef948f5" /><Relationship Type="http://schemas.openxmlformats.org/officeDocument/2006/relationships/notesMaster" Target="/ppt/notesMasters/notesMaster1.xml" Id="Rb2a760d0e28b40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8b7e65822e4c22" /><Relationship Type="http://schemas.openxmlformats.org/officeDocument/2006/relationships/notesMaster" Target="/ppt/notesMasters/notesMaster1.xml" Id="Rb2b6abe8e20a42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69f680703048f3" /><Relationship Type="http://schemas.openxmlformats.org/officeDocument/2006/relationships/notesMaster" Target="/ppt/notesMasters/notesMaster1.xml" Id="R02518b2333094c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00908890f347cb" /><Relationship Type="http://schemas.openxmlformats.org/officeDocument/2006/relationships/notesMaster" Target="/ppt/notesMasters/notesMaster1.xml" Id="R8446b866a98f47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c94cddf5b34d72" /><Relationship Type="http://schemas.openxmlformats.org/officeDocument/2006/relationships/notesMaster" Target="/ppt/notesMasters/notesMaster1.xml" Id="R340504a75fe844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6b8c8268b84aee" /><Relationship Type="http://schemas.openxmlformats.org/officeDocument/2006/relationships/notesMaster" Target="/ppt/notesMasters/notesMaster1.xml" Id="Re3da18a328f54c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其中一個神經網路先拿區域參考單價，再學這間房應調高或調低多少。這個估價起點叫價格先驗，來自訓練資料。但如果用某筆答案算參考價，再拿來訓練同一筆，就可能偷看答案。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總共有六個模型：三個CatBoost學單價、總價和對數總價。一個LightGBM學單價。兩個神經網路，一個用面積把單價連到總價，另一個以價格先驗為起點。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六個模型先換回總價元，再組三條分支。第一條以單價CatBoost為主。第二條先平均兩個神經網路。第三條先平均直接總價和對數總價兩個樹模型。每條再加入同一個LightGBM：主要部分占七成五，它占兩成五。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例如單價CatBoost換回總價估一千萬，LightGBM估一千兩百萬，加權後是一千零五十萬，這還只是初估。這樣安排希望保留不同估價方式的差異，比例是固定配方，沒有證明最佳。各支改善也不能直接相加。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三條分支都共用同一個LightGBM，因此它們也不是三個完全獨立的估價者。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2fc89a21346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0bbf465984740" /><Relationship Type="http://schemas.openxmlformats.org/officeDocument/2006/relationships/slideLayout" Target="/ppt/slideLayouts/slideLayout1.xml" Id="Rd04ad5e94d5a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ad5e94d5a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d775cc1c4d25" /><Relationship Type="http://schemas.openxmlformats.org/officeDocument/2006/relationships/notesSlide" Target="/ppt/notesSlides/notesSlide1.xml" Id="R617f582f8507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118ab9564241" /><Relationship Type="http://schemas.openxmlformats.org/officeDocument/2006/relationships/notesSlide" Target="/ppt/notesSlides/notesSlide2.xml" Id="Rfb8497157c0d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9c9ae810457b" /><Relationship Type="http://schemas.openxmlformats.org/officeDocument/2006/relationships/chart" Target="/ppt/slides/charts/chart1.xml" Id="Rcc08a4bf3d9c436e" /><Relationship Type="http://schemas.openxmlformats.org/officeDocument/2006/relationships/notesSlide" Target="/ppt/notesSlides/notesSlide3.xml" Id="R2b6d0d3b9716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891bd22b146fc" /><Relationship Type="http://schemas.openxmlformats.org/officeDocument/2006/relationships/notesSlide" Target="/ppt/notesSlides/notesSlide4.xml" Id="R31336bcd312f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770ecd46e47cb" /><Relationship Type="http://schemas.openxmlformats.org/officeDocument/2006/relationships/notesSlide" Target="/ppt/notesSlides/notesSlide5.xml" Id="Rd4c1e09d1e5b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72f5d1ec34145" /><Relationship Type="http://schemas.openxmlformats.org/officeDocument/2006/relationships/notesSlide" Target="/ppt/notesSlides/notesSlide6.xml" Id="Rb0644532fd56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c7194e8c46ce" /><Relationship Type="http://schemas.openxmlformats.org/officeDocument/2006/relationships/notesSlide" Target="/ppt/notesSlides/notesSlide7.xml" Id="R1755ceed2bcc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82be0ddfa4a5b" /><Relationship Type="http://schemas.openxmlformats.org/officeDocument/2006/relationships/notesSlide" Target="/ppt/notesSlides/notesSlide8.xml" Id="R5d4af22a3227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71b039c2c4830" /><Relationship Type="http://schemas.openxmlformats.org/officeDocument/2006/relationships/notesSlide" Target="/ppt/notesSlides/notesSlide9.xml" Id="R4deeb567ea5b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033615924091" /><Relationship Type="http://schemas.openxmlformats.org/officeDocument/2006/relationships/notesSlide" Target="/ppt/notesSlides/notesSlide10.xml" Id="R5dd161fbdc8c48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5f9d76b84200" /><Relationship Type="http://schemas.openxmlformats.org/officeDocument/2006/relationships/chart" Target="/ppt/slides/charts/chart2.xml" Id="Rfefd85e4a0484746" /><Relationship Type="http://schemas.openxmlformats.org/officeDocument/2006/relationships/notesSlide" Target="/ppt/notesSlides/notesSlide11.xml" Id="R4ce2113811b8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6fb68876e45db" /><Relationship Type="http://schemas.openxmlformats.org/officeDocument/2006/relationships/notesSlide" Target="/ppt/notesSlides/notesSlide12.xml" Id="Rf917b722c97c42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da6d804a74315" /><Relationship Type="http://schemas.openxmlformats.org/officeDocument/2006/relationships/notesSlide" Target="/ppt/notesSlides/notesSlide13.xml" Id="Rb510d68af2fb41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883134db41e0" /><Relationship Type="http://schemas.openxmlformats.org/officeDocument/2006/relationships/notesSlide" Target="/ppt/notesSlides/notesSlide14.xml" Id="R16938b02c61b4d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3b07c3434d8e" /><Relationship Type="http://schemas.openxmlformats.org/officeDocument/2006/relationships/chart" Target="/ppt/slides/charts/chart3.xml" Id="R78114c3ceedf41f9" /><Relationship Type="http://schemas.openxmlformats.org/officeDocument/2006/relationships/notesSlide" Target="/ppt/notesSlides/notesSlide15.xml" Id="Rf1a786574741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6ac5370b4665" /><Relationship Type="http://schemas.openxmlformats.org/officeDocument/2006/relationships/chart" Target="/ppt/slides/charts/chart4.xml" Id="R0b06188af0c94f6d" /><Relationship Type="http://schemas.openxmlformats.org/officeDocument/2006/relationships/notesSlide" Target="/ppt/notesSlides/notesSlide16.xml" Id="R0d3a4667751541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280bc1bd4435" /><Relationship Type="http://schemas.openxmlformats.org/officeDocument/2006/relationships/notesSlide" Target="/ppt/notesSlides/notesSlide17.xml" Id="R4fce081ef80d48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13c7c86d44f4" /><Relationship Type="http://schemas.openxmlformats.org/officeDocument/2006/relationships/notesSlide" Target="/ppt/notesSlides/notesSlide18.xml" Id="R440077396e254c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3e973ed444af" /><Relationship Type="http://schemas.openxmlformats.org/officeDocument/2006/relationships/notesSlide" Target="/ppt/notesSlides/notesSlide19.xml" Id="R6d30378ab83742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992d16b424e62" /><Relationship Type="http://schemas.openxmlformats.org/officeDocument/2006/relationships/notesSlide" Target="/ppt/notesSlides/notesSlide20.xml" Id="Rd9266fc8c4964f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03a6e73f4b62" /><Relationship Type="http://schemas.openxmlformats.org/officeDocument/2006/relationships/notesSlide" Target="/ppt/notesSlides/notesSlide21.xml" Id="R6729ca4f5ed246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341a79bd749c6" /><Relationship Type="http://schemas.openxmlformats.org/officeDocument/2006/relationships/notesSlide" Target="/ppt/notesSlides/notesSlide22.xml" Id="Ref10db0ccfd549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09c413214961" /><Relationship Type="http://schemas.openxmlformats.org/officeDocument/2006/relationships/notesSlide" Target="/ppt/notesSlides/notesSlide23.xml" Id="Rdf109387d28940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Data'!$A$2:$A$3</c:f>
              <c:strCache>
                <c:ptCount val="2"/>
                <c:pt idx="0">
                  <c:v>交易 A</c:v>
                </c:pt>
                <c:pt idx="1">
                  <c:v>交易 B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100</c:v>
                </c:pt>
                <c:pt idx="1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B77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FA1BD-2B18-41C9-9D02-2A36071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99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臺灣房屋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D5A6E8-009B-47F5-BEDC-3E9197C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99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5ECC949-8733-461D-BF7C-E5B6891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從已知成交學習，估計下一筆交易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B59DF93-DCEA-40B6-A289-7EC8D9E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1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BFE3BF-A568-4037-B59D-97F8027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07462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2B2DE-3E1D-44DF-9E73-03C982A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77664E-8074-4AB7-9150-D6234F1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614B7BC-F5B4-4B04-8A91-797A2AF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E75CAA2-5E44-48CD-8A54-BA7CB23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AF4995-52C7-4989-897A-93E1B37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BAAF7C-92D3-47C2-BB97-3D64EF1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8D6050C-BAD3-4785-A29B-9B19E42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A5E2D14-2A51-4DF0-830B-881A32D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2EBC661-3214-4596-B0F8-AE51D58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7E8E641-D96F-436F-862F-9CC9FF15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517256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6A4863-E715-460A-B2A0-14AEABB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259BA7-BD0D-4805-94FA-F4A15DA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A23306C-C201-4206-979B-E451DB0B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每筆差額絕對值（萬元）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BA5AD49-FFBE-4403-9242-DB7414B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75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103FBF-C39C-43F2-97D1-F69AD46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004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D94331-4742-4FEF-B6BD-D286F2C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（100 + 50）÷ 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57825" y="2009775"/>
          <a:ext xmlns:a="http://schemas.openxmlformats.org/drawingml/2006/main" cx="5905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08a4bf3d9c436e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CECF18A-08DD-43D9-96DC-2AB58FE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14925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教學假設：真價均為 1,000 萬元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8C93153-4522-4B6A-8886-527B5C6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A 預測 1,100 萬；B 預測 950 萬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E93F311-D7B5-49B4-96B5-70AF825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816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越低越好；高估與低估不互抵</a:t>
            </a:r>
          </a:p>
        </p:txBody>
      </p:sp>
    </p:spTree>
    <p:extLst>
      <p:ext uri="{BB962C8B-B14F-4D97-AF65-F5344CB8AC3E}">
        <p14:creationId xmlns:p14="http://schemas.microsoft.com/office/powerpoint/2010/main" val="338053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1606EA-50CC-40A5-B05B-F91BB0E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4DE955-F39F-4C48-9032-91CB105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CD8EA4-DEC9-4E4E-A46C-1BB17EB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93516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332A8-2285-4A61-A008-C4A9BB1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869C0-2494-45D3-A1F9-1C0743C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8601AA-6037-4438-BACE-280778D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654DF87-8407-439E-8A2A-E0822FF5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DEEBC4-BFE0-45A8-BBA7-6C09A55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57457F-6D67-4220-9CB9-720F825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F472D91-7DDB-4541-AA88-01CB92F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71F14F-621A-4885-B057-3AF414E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25757C8-EBCC-4F9B-B07F-74EA3E0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18E7E6D-C54A-4D0F-8283-3CBCF10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1EAF059-3F25-4A15-9B3E-B248399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7AD12EE-AA93-43D4-815C-B57BE4B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DAC46E40-C4F5-4132-A3F9-A70E329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05234F8-DAE5-4350-9B2C-0BB18B5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8A939F1-CE69-493C-917E-D8A5D06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834222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DC7CC-F213-412A-9716-A7EF596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E7A08B-F9FB-4E68-B6F0-5A568629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4B693D2-FB0F-4BEC-865F-AFC3185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726BFBB-10E2-4BF5-93FB-8FDD446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4F69DF8-3777-43BB-83C1-AEA2C35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31D47FF-9248-48D8-BD5A-D091913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1592042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DE0473-8FD1-45F5-9E85-118EF1A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567AB6-B40F-4775-90FB-675F17BB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A6E7E77-4C51-4E68-B0DE-5A8AE74E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36876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586AF-1624-47EF-A958-E829E6F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65B959-A81C-4236-BA4B-9E956C3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5C89F6-7FE8-4A2F-9E44-97C01BA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A731210-01AD-4FCE-95D1-D1F6B88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906176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2063C-252A-4B42-802B-CEEABC1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114912-66E0-4D9C-81FC-A41C8E9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C1820B9-FA2A-43DB-BEDC-9727BB5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CFD3026-4F28-4E70-823E-7D4411FB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096D6A-A676-4FC6-BD2E-A9D7E56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8AFA19-5622-465B-BDCB-4CF70A7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9E7A5B-4DA0-4601-8BFF-711FD54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5D2EE5B-BF20-4820-97AA-2D6AD62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748693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E2D5A-DE3D-44EF-B5A4-61A0B4B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F3BC7D-D9D2-40C5-AACB-D3E547C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32D308E-9A8B-40C3-BEB7-0075473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891782-0453-4177-8C6C-823592D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87C137-652D-4A7E-B3E2-EA6ED466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47030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8646B7-7C30-40A8-BC8C-CB73326B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E8DB76-1AF3-43B9-826B-7BBA628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AE10D2-F033-4476-A411-44370B0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fd85e4a0484746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219E41-BBB4-45BF-AC7A-B39E58E9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742934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2651A6-5F7B-4F3C-8827-C872400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3E9DAD-4C6C-4BED-8738-C1F3571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9CFE479-AA85-4569-A990-A57BEBC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40A791-E9F4-4832-B0A1-1BF910B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102BC34-C7DD-4800-A25E-8B5BFE9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44B7502-C5E2-4960-A167-B7BE1BC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549779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A070D-74A8-43A5-8708-65168DD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1EB6C1-AA80-401B-AEB2-8F02E13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EE4D9E-4C35-4A17-895C-343E958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C79A89-2A2F-408E-9CCE-47F05E27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69A7664-0EFB-43C4-9446-7B4C491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1608024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763DA-22A2-42EF-999D-B594565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C49814-5212-45D9-984B-0C61833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E80AC8F-ED81-4712-B11F-BA581B6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593856-0A39-4238-A0B9-1D0EAEE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B0AFD6A-0C34-4039-98B5-531EA79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0D076ED-E243-4AC9-9217-AF732CD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88F9B7E-F389-4EFE-BC32-B06FC3C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B84184F-37F9-4782-819E-0664965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E12C2EA-A7A9-4C11-8B8F-EB8FF3F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0070E12-104F-45FF-AF04-93D6F11E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ABD5219-C396-4CD7-A60B-9E8B958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954294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0DA89-8847-47A3-B164-E3FC124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A57164-1568-4277-AB14-8FBE541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E40C07-7CD6-467B-A2D1-536427D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14c3ceedf41f9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3D63A3-3F55-43E3-A0F1-E836A73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531422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59ACB0-6F61-405F-8FDB-E50A050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C4F1D6-FE0A-416E-9C94-228F035B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1B07A5-901A-4F49-A277-A930AEE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6188af0c94f6d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0A4B88-0573-40D1-A6AC-55E0D8E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9544271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579FD-54D8-428C-A505-A66725D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B947A3-3267-4BE7-ABF2-4D9AFA8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8908E7-F6D8-4EAA-B22F-2227661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E5550B3-0693-4C4E-A57F-46C7195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922F3B6-B334-4F28-BC26-238F5B9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21328CC-2F4E-4898-9C61-3DB86E7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6324E19-65A1-42B5-A292-3E39CF9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FF56E7-F0FA-4905-ADE2-9E139632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5C64030-B08D-4F5E-9F1F-D53DB6D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2415283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9A59D-5FD5-45BC-ADEF-6406B4F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B6FCDB-5344-47EA-8A41-19C9935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FDB07AC-0BDE-42B1-B4EB-C6EADAD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553CE7E-44D4-4B98-93EF-EAA14D9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36D96F-071E-4EA5-9E98-72E6F31F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2E1CBC-2A91-47E7-A066-C75AB48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5049520-41FB-4020-878A-9163C95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61E1E4C-C970-4B70-BEF4-58F4A35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6788286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497FF8-2336-48D1-8971-0A5B082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CE3E8-F81C-4FDE-A7C2-CA503E0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290BA6-2B58-463F-9D02-EC0ABBD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73AA08-C682-413C-A1CB-CDE1D54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A8E6833-A5AB-4F1F-AD06-E259A6F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D57846-71FF-4F75-9F0B-6E649D6E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4E8D3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64E8D3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30A4A7-D0F6-4E5A-8590-B267218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032C37-6469-4908-AC0A-79F2DC2D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480588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AAB67F-DAE3-4E4B-8B80-1CF86CD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70952F-4662-4C48-80DC-734E63E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4E2AD9-F7CB-448A-BA5F-A623B0E5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AF62BF-F6F5-49CA-A2E5-89E8DFA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C79669D-0289-483B-B40B-014A6DF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90CBDC5-6766-4B0D-8461-081D601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4909524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AB1EC-782F-4F8D-A17E-B11471D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6E254F-24D5-4785-8727-C0CAA3B1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844F132-3573-4225-9EC0-8B5EBF4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33D15AB-6502-4F01-8A11-C721FD3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B8B06E-5BE1-4EB0-96DC-EA8B216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7356300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C4CC8C-372C-4581-8844-2CF0A6BE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C10049-FE02-4403-B90B-B1920F97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78BAC72-F572-426C-BE9C-95FD31D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3279264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7F59AE-C7C5-4AE6-B000-23F148D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A4E0F1-3A52-49BD-9AFF-B16792F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845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2026-10-01T02:11:48.2880000Z</dcterms:created>
  <dcterms:modified xsi:type="dcterms:W3CDTF">2026-10-01T02:11:48.2880000Z</dcterms:modified>
</coreProperties>
</file>